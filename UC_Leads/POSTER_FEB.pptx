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2918400" cy="4023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67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 showGuides="1">
      <p:cViewPr varScale="1">
        <p:scale>
          <a:sx n="15" d="100"/>
          <a:sy n="15" d="100"/>
        </p:scale>
        <p:origin x="1971" y="80"/>
      </p:cViewPr>
      <p:guideLst>
        <p:guide orient="horz" pos="1267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6584530"/>
            <a:ext cx="27980640" cy="14007253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21131956"/>
            <a:ext cx="24688800" cy="9713804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44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501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10030472"/>
            <a:ext cx="28392120" cy="16736057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26924858"/>
            <a:ext cx="28392120" cy="8801097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82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91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10710333"/>
            <a:ext cx="13990320" cy="25527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10710333"/>
            <a:ext cx="13990320" cy="25527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226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42076"/>
            <a:ext cx="28392120" cy="77766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9862823"/>
            <a:ext cx="13926024" cy="4833617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14696440"/>
            <a:ext cx="13926024" cy="21616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9862823"/>
            <a:ext cx="13994608" cy="4833617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14696440"/>
            <a:ext cx="13994608" cy="21616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485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6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55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682240"/>
            <a:ext cx="10617041" cy="938784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5792902"/>
            <a:ext cx="16664940" cy="28591933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12070080"/>
            <a:ext cx="10617041" cy="22361316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55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682240"/>
            <a:ext cx="10617041" cy="938784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5792902"/>
            <a:ext cx="16664940" cy="28591933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12070080"/>
            <a:ext cx="10617041" cy="22361316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529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2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2142067"/>
            <a:ext cx="7098030" cy="3409611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2142067"/>
            <a:ext cx="20882610" cy="3409611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760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2142076"/>
            <a:ext cx="28392120" cy="7776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10710333"/>
            <a:ext cx="28392120" cy="25527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37290595"/>
            <a:ext cx="7406640" cy="21420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7612F-253A-4AAD-A54C-63724B707636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37290595"/>
            <a:ext cx="11109960" cy="21420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37290595"/>
            <a:ext cx="7406640" cy="21420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0DEA10-CE21-4388-A97E-26F6226D3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11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A918ED-1046-C795-8884-9ADE729DC2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363" y="19030951"/>
            <a:ext cx="18491732" cy="1574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818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Ambrosio Valentin Rivera</dc:creator>
  <cp:lastModifiedBy>Ambrosio Valentin Rivera</cp:lastModifiedBy>
  <cp:revision>1</cp:revision>
  <dcterms:created xsi:type="dcterms:W3CDTF">2026-02-26T19:27:53Z</dcterms:created>
  <dcterms:modified xsi:type="dcterms:W3CDTF">2026-02-26T19:37:52Z</dcterms:modified>
</cp:coreProperties>
</file>